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1.png"/><Relationship Id="rId3" Type="http://schemas.openxmlformats.org/officeDocument/2006/relationships/image" Target="../media/image-4-1.png"/><Relationship Id="rId4" Type="http://schemas.openxmlformats.org/officeDocument/2006/relationships/image" Target="../media/image-4-1.png"/><Relationship Id="rId5" Type="http://schemas.openxmlformats.org/officeDocument/2006/relationships/image" Target="../media/image-4-1.png"/><Relationship Id="rId6" Type="http://schemas.openxmlformats.org/officeDocument/2006/relationships/image" Target="../media/image-4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1.png"/><Relationship Id="rId4" Type="http://schemas.openxmlformats.org/officeDocument/2006/relationships/image" Target="../media/image-5-1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1.png"/><Relationship Id="rId4" Type="http://schemas.openxmlformats.org/officeDocument/2006/relationships/image" Target="../media/image-9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2.png"/><Relationship Id="rId4" Type="http://schemas.openxmlformats.org/officeDocument/2006/relationships/image" Target="../media/image-10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029200" cy="502920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206240"/>
            <a:ext cx="3108960" cy="3108960"/>
          </a:xfrm>
          <a:prstGeom prst="ellipse">
            <a:avLst/>
          </a:prstGeom>
          <a:solidFill>
            <a:srgbClr val="02C39A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22960"/>
            <a:ext cx="1005840" cy="10058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/home/claude/phishing/icons/hoo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274" y="1049274"/>
            <a:ext cx="553212" cy="5532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651760"/>
            <a:ext cx="9875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Phishing Awareness Training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22960" y="3703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CodeAlpha Cyber Security Internship  —  Task 2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822960" y="4434840"/>
            <a:ext cx="292608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4617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Recognize. Verify. Stay Safe.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Phishing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is a cyber attack where attackers pretend to be trusted sources to deceive victims.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630936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33172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goal: steal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292608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7" name="Image 0" descr="/home/claude/phishing/icons/k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7557" y="3039237"/>
            <a:ext cx="276606" cy="27660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28803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600200" y="318211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credentials for email, banking, and workplace systems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914400" y="388620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1" name="Image 1" descr="/home/claude/phishing/icons/creditc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557" y="3999357"/>
            <a:ext cx="276606" cy="27660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38404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information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600200" y="414223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numbers, account details, and online banking access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914400" y="484632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5" name="Image 2" descr="/home/claude/phishing/icons/userSecr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557" y="4959477"/>
            <a:ext cx="276606" cy="27660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00200" y="48006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data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1600200" y="510235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details used for fraud or further attacks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7132320" y="2057400"/>
            <a:ext cx="4480560" cy="4023360"/>
          </a:xfrm>
          <a:prstGeom prst="roundRect">
            <a:avLst>
              <a:gd name="adj" fmla="val 2727"/>
            </a:avLst>
          </a:prstGeom>
          <a:solidFill>
            <a:srgbClr val="028090"/>
          </a:solidFill>
          <a:ln/>
        </p:spPr>
      </p:sp>
      <p:sp>
        <p:nvSpPr>
          <p:cNvPr id="19" name="Text 14"/>
          <p:cNvSpPr/>
          <p:nvPr/>
        </p:nvSpPr>
        <p:spPr>
          <a:xfrm>
            <a:off x="7452360" y="2331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methods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7452360" y="2953512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6"/>
          <p:cNvSpPr/>
          <p:nvPr/>
        </p:nvSpPr>
        <p:spPr>
          <a:xfrm>
            <a:off x="7680960" y="280720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7452360" y="3547872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3" name="Text 18"/>
          <p:cNvSpPr/>
          <p:nvPr/>
        </p:nvSpPr>
        <p:spPr>
          <a:xfrm>
            <a:off x="7680960" y="34015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websites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7452360" y="4142232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5" name="Text 20"/>
          <p:cNvSpPr/>
          <p:nvPr/>
        </p:nvSpPr>
        <p:spPr>
          <a:xfrm>
            <a:off x="7680960" y="399592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(SMS/Chat)</a:t>
            </a:r>
            <a:endParaRPr lang="en-US" sz="1400" dirty="0"/>
          </a:p>
        </p:txBody>
      </p:sp>
      <p:sp>
        <p:nvSpPr>
          <p:cNvPr id="26" name="Shape 21"/>
          <p:cNvSpPr/>
          <p:nvPr/>
        </p:nvSpPr>
        <p:spPr>
          <a:xfrm>
            <a:off x="7452360" y="4736592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7" name="Text 22"/>
          <p:cNvSpPr/>
          <p:nvPr/>
        </p:nvSpPr>
        <p:spPr>
          <a:xfrm>
            <a:off x="7680960" y="459028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engineering</a:t>
            </a:r>
            <a:endParaRPr lang="en-US" sz="1400" dirty="0"/>
          </a:p>
        </p:txBody>
      </p:sp>
      <p:sp>
        <p:nvSpPr>
          <p:cNvPr id="28" name="Text 23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  |  CodeAlpha Cyber Security Internship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Phishing Attacks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2697480" cy="448056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417320"/>
            <a:ext cx="2697480" cy="1371600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103120"/>
            <a:ext cx="2697480" cy="6858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Shape 4"/>
          <p:cNvSpPr/>
          <p:nvPr/>
        </p:nvSpPr>
        <p:spPr>
          <a:xfrm>
            <a:off x="1531620" y="1737360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7" name="Image 0" descr="/home/claude/phishing/icons/envelo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6212" y="1901952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29260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Email Phishing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1520" y="3611880"/>
            <a:ext cx="2331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emails pretending to be legitimate companies or services.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502152" y="1417320"/>
            <a:ext cx="2697480" cy="448056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02152" y="1417320"/>
            <a:ext cx="2697480" cy="1371600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/>
        </p:spPr>
      </p:sp>
      <p:sp>
        <p:nvSpPr>
          <p:cNvPr id="12" name="Shape 9"/>
          <p:cNvSpPr/>
          <p:nvPr/>
        </p:nvSpPr>
        <p:spPr>
          <a:xfrm>
            <a:off x="3502152" y="2103120"/>
            <a:ext cx="2697480" cy="6858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Shape 10"/>
          <p:cNvSpPr/>
          <p:nvPr/>
        </p:nvSpPr>
        <p:spPr>
          <a:xfrm>
            <a:off x="4485132" y="1737360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4" name="Image 1" descr="/home/claude/phishing/icons/bullsey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9724" y="1901952"/>
            <a:ext cx="402336" cy="40233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39312" y="29260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 Phishing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3685032" y="3611880"/>
            <a:ext cx="2331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attacks crafted against a specific person or organization.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6455664" y="1417320"/>
            <a:ext cx="2697480" cy="448056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455664" y="1417320"/>
            <a:ext cx="2697480" cy="1371600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/>
        </p:spPr>
      </p:sp>
      <p:sp>
        <p:nvSpPr>
          <p:cNvPr id="19" name="Shape 15"/>
          <p:cNvSpPr/>
          <p:nvPr/>
        </p:nvSpPr>
        <p:spPr>
          <a:xfrm>
            <a:off x="6455664" y="2103120"/>
            <a:ext cx="2697480" cy="6858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0" name="Shape 16"/>
          <p:cNvSpPr/>
          <p:nvPr/>
        </p:nvSpPr>
        <p:spPr>
          <a:xfrm>
            <a:off x="7438644" y="1737360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1" name="Image 2" descr="/home/claude/phishing/icons/sm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3236" y="1901952"/>
            <a:ext cx="402336" cy="40233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592824" y="29260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Smishing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6638544" y="3611880"/>
            <a:ext cx="2331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carried out through SMS text messages.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9409176" y="1417320"/>
            <a:ext cx="2697480" cy="448056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9409176" y="1417320"/>
            <a:ext cx="2697480" cy="1371600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/>
        </p:spPr>
      </p:sp>
      <p:sp>
        <p:nvSpPr>
          <p:cNvPr id="26" name="Shape 21"/>
          <p:cNvSpPr/>
          <p:nvPr/>
        </p:nvSpPr>
        <p:spPr>
          <a:xfrm>
            <a:off x="9409176" y="2103120"/>
            <a:ext cx="2697480" cy="6858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7" name="Shape 22"/>
          <p:cNvSpPr/>
          <p:nvPr/>
        </p:nvSpPr>
        <p:spPr>
          <a:xfrm>
            <a:off x="10392156" y="1737360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8" name="Image 3" descr="/home/claude/phishing/icons/phon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6748" y="1901952"/>
            <a:ext cx="402336" cy="402336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546336" y="29260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Vishing</a:t>
            </a:r>
            <a:endParaRPr lang="en-US" sz="1600" dirty="0"/>
          </a:p>
        </p:txBody>
      </p:sp>
      <p:sp>
        <p:nvSpPr>
          <p:cNvPr id="30" name="Text 24"/>
          <p:cNvSpPr/>
          <p:nvPr/>
        </p:nvSpPr>
        <p:spPr>
          <a:xfrm>
            <a:off x="9592056" y="3611880"/>
            <a:ext cx="2331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conducted through voice or phone calls.</a:t>
            </a:r>
            <a:endParaRPr lang="en-US" sz="1250" dirty="0"/>
          </a:p>
        </p:txBody>
      </p:sp>
      <p:sp>
        <p:nvSpPr>
          <p:cNvPr id="31" name="Text 25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  |  CodeAlpha Cyber Security Internship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Recognize Phishing Emails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signs to watch for in any suspicious message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133840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125980"/>
            <a:ext cx="548640" cy="548640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6" name="Image 0" descr="/home/claude/phishing/icons/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" y="224942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28800"/>
            <a:ext cx="4206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sender you don't recognize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0" y="1691640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133840"/>
          </a:solidFill>
          <a:ln/>
        </p:spPr>
      </p:sp>
      <p:sp>
        <p:nvSpPr>
          <p:cNvPr id="9" name="Shape 6"/>
          <p:cNvSpPr/>
          <p:nvPr/>
        </p:nvSpPr>
        <p:spPr>
          <a:xfrm>
            <a:off x="6629400" y="2125980"/>
            <a:ext cx="548640" cy="548640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10" name="Image 1" descr="/home/claude/phishing/icons/warn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2844" y="2249424"/>
            <a:ext cx="301752" cy="30175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60920" y="1828800"/>
            <a:ext cx="4206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messages ("Your account will be closed!")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429000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133840"/>
          </a:solidFill>
          <a:ln/>
        </p:spPr>
      </p:sp>
      <p:sp>
        <p:nvSpPr>
          <p:cNvPr id="13" name="Shape 9"/>
          <p:cNvSpPr/>
          <p:nvPr/>
        </p:nvSpPr>
        <p:spPr>
          <a:xfrm>
            <a:off x="777240" y="3863340"/>
            <a:ext cx="548640" cy="548640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14" name="Image 2" descr="/home/claude/phishing/icons/warn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" y="3986784"/>
            <a:ext cx="301752" cy="30175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08760" y="3566160"/>
            <a:ext cx="4206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or shortened links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400800" y="3429000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133840"/>
          </a:solidFill>
          <a:ln/>
        </p:spPr>
      </p:sp>
      <p:sp>
        <p:nvSpPr>
          <p:cNvPr id="17" name="Shape 12"/>
          <p:cNvSpPr/>
          <p:nvPr/>
        </p:nvSpPr>
        <p:spPr>
          <a:xfrm>
            <a:off x="6629400" y="3863340"/>
            <a:ext cx="548640" cy="548640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18" name="Image 3" descr="/home/claude/phishing/icons/warni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2844" y="3986784"/>
            <a:ext cx="301752" cy="30175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360920" y="3566160"/>
            <a:ext cx="4206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and grammar mistakes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548640" y="5166360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133840"/>
          </a:solidFill>
          <a:ln/>
        </p:spPr>
      </p:sp>
      <p:sp>
        <p:nvSpPr>
          <p:cNvPr id="21" name="Shape 15"/>
          <p:cNvSpPr/>
          <p:nvPr/>
        </p:nvSpPr>
        <p:spPr>
          <a:xfrm>
            <a:off x="777240" y="5600700"/>
            <a:ext cx="548640" cy="548640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22" name="Image 4" descr="/home/claude/phishing/icons/warnin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684" y="5724144"/>
            <a:ext cx="301752" cy="30175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508760" y="5303520"/>
            <a:ext cx="4206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attachments</a:t>
            </a:r>
            <a:endParaRPr lang="en-US" sz="1400" dirty="0"/>
          </a:p>
        </p:txBody>
      </p:sp>
      <p:sp>
        <p:nvSpPr>
          <p:cNvPr id="24" name="Shape 17"/>
          <p:cNvSpPr/>
          <p:nvPr/>
        </p:nvSpPr>
        <p:spPr>
          <a:xfrm>
            <a:off x="6400800" y="5166360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133840"/>
          </a:solidFill>
          <a:ln/>
        </p:spPr>
      </p:sp>
      <p:sp>
        <p:nvSpPr>
          <p:cNvPr id="25" name="Shape 18"/>
          <p:cNvSpPr/>
          <p:nvPr/>
        </p:nvSpPr>
        <p:spPr>
          <a:xfrm>
            <a:off x="6629400" y="5600700"/>
            <a:ext cx="548640" cy="548640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26" name="Image 5" descr="/home/claude/phishing/icons/warning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2844" y="5724144"/>
            <a:ext cx="301752" cy="30175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360920" y="5303520"/>
            <a:ext cx="4206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for passwords or personal information</a:t>
            </a:r>
            <a:endParaRPr lang="en-US" sz="1400" dirty="0"/>
          </a:p>
        </p:txBody>
      </p:sp>
      <p:sp>
        <p:nvSpPr>
          <p:cNvPr id="28" name="Text 20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  |  CodeAlpha Cyber Security Internship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Identifying Fake Websites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12064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6459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you enter any information, check: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233172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6" name="Image 0" descr="/home/claude/phishing/icons/check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42316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35915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URL carefully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914400" y="301752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9" name="Image 1" descr="/home/claude/phishing/icons/check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10896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304495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security certificate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914400" y="370332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2" name="Image 2" descr="/home/claude/phishing/icons/check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79476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08760" y="373075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spelling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914400" y="452628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entering information on suspicious websites.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5989320" y="13716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5989320" y="1828800"/>
            <a:ext cx="5669280" cy="1417320"/>
          </a:xfrm>
          <a:prstGeom prst="roundRect">
            <a:avLst>
              <a:gd name="adj" fmla="val 6452"/>
            </a:avLst>
          </a:prstGeom>
          <a:solidFill>
            <a:srgbClr val="E6F5EF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263640" y="224028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8" name="Image 3" descr="/home/claude/phishing/icons/checkCirc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3368" y="2350008"/>
            <a:ext cx="329184" cy="32918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19659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6949440" y="22402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9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paypal.com</a:t>
            </a:r>
            <a:endParaRPr lang="en-US" sz="2000" dirty="0"/>
          </a:p>
        </p:txBody>
      </p:sp>
      <p:sp>
        <p:nvSpPr>
          <p:cNvPr id="21" name="Shape 15"/>
          <p:cNvSpPr/>
          <p:nvPr/>
        </p:nvSpPr>
        <p:spPr>
          <a:xfrm>
            <a:off x="5989320" y="3429000"/>
            <a:ext cx="5669280" cy="1417320"/>
          </a:xfrm>
          <a:prstGeom prst="roundRect">
            <a:avLst>
              <a:gd name="adj" fmla="val 6452"/>
            </a:avLst>
          </a:prstGeom>
          <a:solidFill>
            <a:srgbClr val="FBE9EA"/>
          </a:solidFill>
          <a:ln w="19050">
            <a:solidFill>
              <a:srgbClr val="990011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263640" y="3840480"/>
            <a:ext cx="548640" cy="548640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23" name="Image 4" descr="/home/claude/phishing/icons/crossCirc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3368" y="3950208"/>
            <a:ext cx="329184" cy="32918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949440" y="35661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6949440" y="38404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9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paypa1-security.com</a:t>
            </a:r>
            <a:endParaRPr lang="en-US" sz="2000" dirty="0"/>
          </a:p>
        </p:txBody>
      </p:sp>
      <p:sp>
        <p:nvSpPr>
          <p:cNvPr id="26" name="Text 19"/>
          <p:cNvSpPr/>
          <p:nvPr/>
        </p:nvSpPr>
        <p:spPr>
          <a:xfrm>
            <a:off x="5989320" y="498348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the number “1” replacing the letter “l”, and the extra word “security” added to the domain.</a:t>
            </a:r>
            <a:endParaRPr lang="en-US" sz="1150" dirty="0"/>
          </a:p>
        </p:txBody>
      </p:sp>
      <p:sp>
        <p:nvSpPr>
          <p:cNvPr id="27" name="Text 20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  |  CodeAlpha Cyber Security Internship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Engineering Techniques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manipulate people's emotions and trust rather than hacking systems directly.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011680" cy="1737360"/>
          </a:xfrm>
          <a:prstGeom prst="roundRect">
            <a:avLst>
              <a:gd name="adj" fmla="val 6316"/>
            </a:avLst>
          </a:prstGeom>
          <a:solidFill>
            <a:srgbClr val="028090"/>
          </a:solidFill>
          <a:ln/>
        </p:spPr>
      </p:sp>
      <p:sp>
        <p:nvSpPr>
          <p:cNvPr id="5" name="Shape 3"/>
          <p:cNvSpPr/>
          <p:nvPr/>
        </p:nvSpPr>
        <p:spPr>
          <a:xfrm>
            <a:off x="1234440" y="205740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6" name="Image 0" descr="/home/claude/phishing/icons/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8458" y="2201418"/>
            <a:ext cx="352044" cy="3520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8803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761488" y="1828800"/>
            <a:ext cx="2011680" cy="1737360"/>
          </a:xfrm>
          <a:prstGeom prst="roundRect">
            <a:avLst>
              <a:gd name="adj" fmla="val 6316"/>
            </a:avLst>
          </a:prstGeom>
          <a:solidFill>
            <a:srgbClr val="028090"/>
          </a:solidFill>
          <a:ln/>
        </p:spPr>
      </p:sp>
      <p:sp>
        <p:nvSpPr>
          <p:cNvPr id="9" name="Shape 6"/>
          <p:cNvSpPr/>
          <p:nvPr/>
        </p:nvSpPr>
        <p:spPr>
          <a:xfrm>
            <a:off x="3447288" y="205740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0" name="Image 1" descr="/home/claude/phishing/icons/c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1306" y="2201418"/>
            <a:ext cx="352044" cy="3520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852928" y="28803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4974336" y="1828800"/>
            <a:ext cx="2011680" cy="1737360"/>
          </a:xfrm>
          <a:prstGeom prst="roundRect">
            <a:avLst>
              <a:gd name="adj" fmla="val 6316"/>
            </a:avLst>
          </a:prstGeom>
          <a:solidFill>
            <a:srgbClr val="028090"/>
          </a:solidFill>
          <a:ln/>
        </p:spPr>
      </p:sp>
      <p:sp>
        <p:nvSpPr>
          <p:cNvPr id="13" name="Shape 9"/>
          <p:cNvSpPr/>
          <p:nvPr/>
        </p:nvSpPr>
        <p:spPr>
          <a:xfrm>
            <a:off x="5660136" y="205740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4" name="Image 2" descr="/home/claude/phishing/icons/handshak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4154" y="2201418"/>
            <a:ext cx="352044" cy="3520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065776" y="28803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7187184" y="1828800"/>
            <a:ext cx="2011680" cy="1737360"/>
          </a:xfrm>
          <a:prstGeom prst="roundRect">
            <a:avLst>
              <a:gd name="adj" fmla="val 6316"/>
            </a:avLst>
          </a:prstGeom>
          <a:solidFill>
            <a:srgbClr val="028090"/>
          </a:solidFill>
          <a:ln/>
        </p:spPr>
      </p:sp>
      <p:sp>
        <p:nvSpPr>
          <p:cNvPr id="17" name="Shape 12"/>
          <p:cNvSpPr/>
          <p:nvPr/>
        </p:nvSpPr>
        <p:spPr>
          <a:xfrm>
            <a:off x="7872984" y="205740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8" name="Image 3" descr="/home/claude/phishing/icons/questi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7002" y="2201418"/>
            <a:ext cx="352044" cy="35204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278624" y="28803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Curiosity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9400032" y="1828800"/>
            <a:ext cx="2011680" cy="1737360"/>
          </a:xfrm>
          <a:prstGeom prst="roundRect">
            <a:avLst>
              <a:gd name="adj" fmla="val 6316"/>
            </a:avLst>
          </a:prstGeom>
          <a:solidFill>
            <a:srgbClr val="028090"/>
          </a:solidFill>
          <a:ln/>
        </p:spPr>
      </p:sp>
      <p:sp>
        <p:nvSpPr>
          <p:cNvPr id="21" name="Shape 15"/>
          <p:cNvSpPr/>
          <p:nvPr/>
        </p:nvSpPr>
        <p:spPr>
          <a:xfrm>
            <a:off x="10085832" y="205740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2" name="Image 4" descr="/home/claude/phishing/icons/userTi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29850" y="2201418"/>
            <a:ext cx="352044" cy="35204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491472" y="28803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authority</a:t>
            </a:r>
            <a:endParaRPr lang="en-US" sz="1400" dirty="0"/>
          </a:p>
        </p:txBody>
      </p:sp>
      <p:sp>
        <p:nvSpPr>
          <p:cNvPr id="24" name="Shape 17"/>
          <p:cNvSpPr/>
          <p:nvPr/>
        </p:nvSpPr>
        <p:spPr>
          <a:xfrm>
            <a:off x="548640" y="3977640"/>
            <a:ext cx="11064240" cy="1965960"/>
          </a:xfrm>
          <a:prstGeom prst="roundRect">
            <a:avLst>
              <a:gd name="adj" fmla="val 5581"/>
            </a:avLst>
          </a:prstGeom>
          <a:solidFill>
            <a:srgbClr val="0B2B33"/>
          </a:solidFill>
          <a:ln/>
        </p:spPr>
      </p:sp>
      <p:sp>
        <p:nvSpPr>
          <p:cNvPr id="25" name="Shape 18"/>
          <p:cNvSpPr/>
          <p:nvPr/>
        </p:nvSpPr>
        <p:spPr>
          <a:xfrm>
            <a:off x="914400" y="4343400"/>
            <a:ext cx="822960" cy="822960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26" name="Image 5" descr="/home/claude/phishing/icons/exclaim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9566" y="4528566"/>
            <a:ext cx="452628" cy="45262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965960" y="4251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300" dirty="0"/>
          </a:p>
        </p:txBody>
      </p:sp>
      <p:sp>
        <p:nvSpPr>
          <p:cNvPr id="28" name="Text 20"/>
          <p:cNvSpPr/>
          <p:nvPr/>
        </p:nvSpPr>
        <p:spPr>
          <a:xfrm>
            <a:off x="1965960" y="4572000"/>
            <a:ext cx="9326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“Your bank account will be blocked. Verify now.”</a:t>
            </a:r>
            <a:endParaRPr lang="en-US" sz="2200" dirty="0"/>
          </a:p>
        </p:txBody>
      </p:sp>
      <p:sp>
        <p:nvSpPr>
          <p:cNvPr id="29" name="Text 21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  |  CodeAlpha Cyber Security Internship</a:t>
            </a:r>
            <a:endParaRPr lang="en-US" sz="900" dirty="0"/>
          </a:p>
        </p:txBody>
      </p:sp>
      <p:sp>
        <p:nvSpPr>
          <p:cNvPr id="30" name="Text 2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World Example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603504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78308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/home/claude/phishing/icons/univers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705" y="1937385"/>
            <a:ext cx="377190" cy="3771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37360" y="182880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Fake Bank Email Scam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914400" y="2697480"/>
            <a:ext cx="5349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send emails pretending to be a bank and ask users to verify their account details through a fake website designed to look identical to the real one.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858000" y="1463040"/>
            <a:ext cx="4754880" cy="4297680"/>
          </a:xfrm>
          <a:prstGeom prst="roundRect">
            <a:avLst>
              <a:gd name="adj" fmla="val 2553"/>
            </a:avLst>
          </a:prstGeom>
          <a:solidFill>
            <a:srgbClr val="990011"/>
          </a:solidFill>
          <a:ln/>
        </p:spPr>
      </p:sp>
      <p:sp>
        <p:nvSpPr>
          <p:cNvPr id="9" name="Text 6"/>
          <p:cNvSpPr/>
          <p:nvPr/>
        </p:nvSpPr>
        <p:spPr>
          <a:xfrm>
            <a:off x="7223760" y="17830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7223760" y="251460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/home/claude/phishing/icons/ke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7204" y="263804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909560" y="25146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stolen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7909560" y="28346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BE9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Usernames and passwords captured by the attacker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223760" y="35661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/home/claude/phishing/icons/userSecr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7204" y="3689604"/>
            <a:ext cx="301752" cy="30175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909560" y="35661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 access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7909560" y="38862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BE9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gains entry to the victim's real bank account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  |  CodeAlpha Cyber Security Internship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Stay Safe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for everyday protection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16252"/>
            <a:ext cx="585216" cy="585216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6" name="Image 0" descr="/home/claude/phishing/icons/cross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14" y="2147926"/>
            <a:ext cx="321869" cy="32186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783080"/>
            <a:ext cx="4160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click unknown links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400800" y="1691640"/>
            <a:ext cx="53949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629400" y="2016252"/>
            <a:ext cx="585216" cy="585216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0" name="Image 1" descr="/home/claude/phishing/icons/check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1074" y="2147926"/>
            <a:ext cx="321869" cy="32186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06640" y="1783080"/>
            <a:ext cx="4160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sender identity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548640" y="3200400"/>
            <a:ext cx="53949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77240" y="3525012"/>
            <a:ext cx="585216" cy="585216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4" name="Image 2" descr="/home/claude/phishing/icons/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914" y="3656686"/>
            <a:ext cx="321869" cy="3218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54480" y="3291840"/>
            <a:ext cx="4160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Multi-Factor Authentication (MFA)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6400800" y="3200400"/>
            <a:ext cx="53949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629400" y="3525012"/>
            <a:ext cx="585216" cy="585216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8" name="Image 3" descr="/home/claude/phishing/icons/syn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1074" y="3656686"/>
            <a:ext cx="321869" cy="3218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406640" y="3291840"/>
            <a:ext cx="4160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software updated</a:t>
            </a:r>
            <a:endParaRPr lang="en-US" sz="1450" dirty="0"/>
          </a:p>
        </p:txBody>
      </p:sp>
      <p:sp>
        <p:nvSpPr>
          <p:cNvPr id="20" name="Shape 14"/>
          <p:cNvSpPr/>
          <p:nvPr/>
        </p:nvSpPr>
        <p:spPr>
          <a:xfrm>
            <a:off x="548640" y="4709160"/>
            <a:ext cx="53949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777240" y="5033772"/>
            <a:ext cx="585216" cy="585216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2" name="Image 4" descr="/home/claude/phishing/icons/ke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914" y="5165446"/>
            <a:ext cx="321869" cy="321869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554480" y="4800600"/>
            <a:ext cx="4160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strong, unique passwords</a:t>
            </a:r>
            <a:endParaRPr lang="en-US" sz="1450" dirty="0"/>
          </a:p>
        </p:txBody>
      </p:sp>
      <p:sp>
        <p:nvSpPr>
          <p:cNvPr id="24" name="Shape 17"/>
          <p:cNvSpPr/>
          <p:nvPr/>
        </p:nvSpPr>
        <p:spPr>
          <a:xfrm>
            <a:off x="6400800" y="4709160"/>
            <a:ext cx="53949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6629400" y="5033772"/>
            <a:ext cx="585216" cy="585216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6" name="Image 5" descr="/home/claude/phishing/icons/flag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1074" y="5165446"/>
            <a:ext cx="321869" cy="321869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406640" y="4800600"/>
            <a:ext cx="4160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suspicious emails</a:t>
            </a:r>
            <a:endParaRPr lang="en-US" sz="1450" dirty="0"/>
          </a:p>
        </p:txBody>
      </p:sp>
      <p:sp>
        <p:nvSpPr>
          <p:cNvPr id="28" name="Text 20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  |  CodeAlpha Cyber Security Internship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Quiz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your phishing awareness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133840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6596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6" name="Image 0" descr="/home/claude/phishing/icons/ques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404" y="208940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0116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14400" y="274320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receive an email asking for your password. What should you do?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914400" y="3749040"/>
            <a:ext cx="4663440" cy="621792"/>
          </a:xfrm>
          <a:prstGeom prst="roundRect">
            <a:avLst>
              <a:gd name="adj" fmla="val 11765"/>
            </a:avLst>
          </a:prstGeom>
          <a:solidFill>
            <a:srgbClr val="0E4750"/>
          </a:solidFill>
          <a:ln/>
        </p:spPr>
      </p:sp>
      <p:sp>
        <p:nvSpPr>
          <p:cNvPr id="10" name="Text 7"/>
          <p:cNvSpPr/>
          <p:nvPr/>
        </p:nvSpPr>
        <p:spPr>
          <a:xfrm>
            <a:off x="1143000" y="3749040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Reply with password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914400" y="4507992"/>
            <a:ext cx="4663440" cy="621792"/>
          </a:xfrm>
          <a:prstGeom prst="roundRect">
            <a:avLst>
              <a:gd name="adj" fmla="val 11765"/>
            </a:avLst>
          </a:prstGeom>
          <a:solidFill>
            <a:srgbClr val="02C39A"/>
          </a:solidFill>
          <a:ln/>
        </p:spPr>
      </p:sp>
      <p:sp>
        <p:nvSpPr>
          <p:cNvPr id="12" name="Text 9"/>
          <p:cNvSpPr/>
          <p:nvPr/>
        </p:nvSpPr>
        <p:spPr>
          <a:xfrm>
            <a:off x="1143000" y="4507992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Ignore and report it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983480" y="4590288"/>
            <a:ext cx="457200" cy="457200"/>
          </a:xfrm>
          <a:prstGeom prst="ellipse">
            <a:avLst/>
          </a:prstGeom>
          <a:solidFill>
            <a:srgbClr val="0B2B33"/>
          </a:solidFill>
          <a:ln/>
        </p:spPr>
      </p:sp>
      <p:pic>
        <p:nvPicPr>
          <p:cNvPr id="14" name="Image 1" descr="/home/claude/phishing/icons/check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4681728"/>
            <a:ext cx="274320" cy="27432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914400" y="5266944"/>
            <a:ext cx="4663440" cy="621792"/>
          </a:xfrm>
          <a:prstGeom prst="roundRect">
            <a:avLst>
              <a:gd name="adj" fmla="val 11765"/>
            </a:avLst>
          </a:prstGeom>
          <a:solidFill>
            <a:srgbClr val="0E4750"/>
          </a:solidFill>
          <a:ln/>
        </p:spPr>
      </p:sp>
      <p:sp>
        <p:nvSpPr>
          <p:cNvPr id="16" name="Text 12"/>
          <p:cNvSpPr/>
          <p:nvPr/>
        </p:nvSpPr>
        <p:spPr>
          <a:xfrm>
            <a:off x="1143000" y="5266944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Click the link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217920" y="169164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133840"/>
          </a:solidFill>
          <a:ln/>
        </p:spPr>
      </p:sp>
      <p:sp>
        <p:nvSpPr>
          <p:cNvPr id="18" name="Shape 14"/>
          <p:cNvSpPr/>
          <p:nvPr/>
        </p:nvSpPr>
        <p:spPr>
          <a:xfrm>
            <a:off x="6492240" y="196596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9" name="Image 2" descr="/home/claude/phishing/icons/quest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5684" y="2089404"/>
            <a:ext cx="301752" cy="30175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178040" y="20116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583680" y="274320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website URL has unusual spelling. It may be:</a:t>
            </a:r>
            <a:endParaRPr lang="en-US" sz="1550" dirty="0"/>
          </a:p>
        </p:txBody>
      </p:sp>
      <p:sp>
        <p:nvSpPr>
          <p:cNvPr id="22" name="Shape 17"/>
          <p:cNvSpPr/>
          <p:nvPr/>
        </p:nvSpPr>
        <p:spPr>
          <a:xfrm>
            <a:off x="6583680" y="3749040"/>
            <a:ext cx="4663440" cy="621792"/>
          </a:xfrm>
          <a:prstGeom prst="roundRect">
            <a:avLst>
              <a:gd name="adj" fmla="val 11765"/>
            </a:avLst>
          </a:prstGeom>
          <a:solidFill>
            <a:srgbClr val="0E4750"/>
          </a:solidFill>
          <a:ln/>
        </p:spPr>
      </p:sp>
      <p:sp>
        <p:nvSpPr>
          <p:cNvPr id="23" name="Text 18"/>
          <p:cNvSpPr/>
          <p:nvPr/>
        </p:nvSpPr>
        <p:spPr>
          <a:xfrm>
            <a:off x="6812280" y="3749040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Safe website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6583680" y="4507992"/>
            <a:ext cx="4663440" cy="621792"/>
          </a:xfrm>
          <a:prstGeom prst="roundRect">
            <a:avLst>
              <a:gd name="adj" fmla="val 11765"/>
            </a:avLst>
          </a:prstGeom>
          <a:solidFill>
            <a:srgbClr val="02C39A"/>
          </a:solidFill>
          <a:ln/>
        </p:spPr>
      </p:sp>
      <p:sp>
        <p:nvSpPr>
          <p:cNvPr id="25" name="Text 20"/>
          <p:cNvSpPr/>
          <p:nvPr/>
        </p:nvSpPr>
        <p:spPr>
          <a:xfrm>
            <a:off x="6812280" y="4507992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Fake website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10652760" y="4590288"/>
            <a:ext cx="457200" cy="457200"/>
          </a:xfrm>
          <a:prstGeom prst="ellipse">
            <a:avLst/>
          </a:prstGeom>
          <a:solidFill>
            <a:srgbClr val="0B2B33"/>
          </a:solidFill>
          <a:ln/>
        </p:spPr>
      </p:sp>
      <p:pic>
        <p:nvPicPr>
          <p:cNvPr id="27" name="Image 3" descr="/home/claude/phishing/icons/checkCirc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4200" y="4681728"/>
            <a:ext cx="274320" cy="274320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6583680" y="5266944"/>
            <a:ext cx="4663440" cy="621792"/>
          </a:xfrm>
          <a:prstGeom prst="roundRect">
            <a:avLst>
              <a:gd name="adj" fmla="val 11765"/>
            </a:avLst>
          </a:prstGeom>
          <a:solidFill>
            <a:srgbClr val="0E4750"/>
          </a:solidFill>
          <a:ln/>
        </p:spPr>
      </p:sp>
      <p:sp>
        <p:nvSpPr>
          <p:cNvPr id="29" name="Text 23"/>
          <p:cNvSpPr/>
          <p:nvPr/>
        </p:nvSpPr>
        <p:spPr>
          <a:xfrm>
            <a:off x="6812280" y="5266944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Updated website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  |  CodeAlpha Cyber Security Internship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931920"/>
            <a:ext cx="4572000" cy="457200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1371600"/>
            <a:ext cx="3657600" cy="3657600"/>
          </a:xfrm>
          <a:prstGeom prst="ellipse">
            <a:avLst/>
          </a:prstGeom>
          <a:solidFill>
            <a:srgbClr val="02C39A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/home/claude/phishing/icon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98298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8745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822960" y="288036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8" name="Image 1" descr="/home/claude/phishing/icons/check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97180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289864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attacks depend on human mistakes, not just technical flaws.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822960" y="374904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1" name="Image 2" descr="/home/claude/phishing/icons/check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840480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63040" y="376732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 is the first step toward strong cybersecurity.</a:t>
            </a:r>
            <a:endParaRPr lang="en-US" sz="1600" dirty="0"/>
          </a:p>
        </p:txBody>
      </p:sp>
      <p:sp>
        <p:nvSpPr>
          <p:cNvPr id="13" name="Shape 8"/>
          <p:cNvSpPr/>
          <p:nvPr/>
        </p:nvSpPr>
        <p:spPr>
          <a:xfrm>
            <a:off x="822960" y="461772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4" name="Image 3" descr="/home/claude/phishing/icons/checkCirc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709160"/>
            <a:ext cx="274320" cy="2743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463040" y="463600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verify before trusting online requests for information.</a:t>
            </a:r>
            <a:endParaRPr lang="en-US" sz="1600" dirty="0"/>
          </a:p>
        </p:txBody>
      </p:sp>
      <p:sp>
        <p:nvSpPr>
          <p:cNvPr id="16" name="Shape 10"/>
          <p:cNvSpPr/>
          <p:nvPr/>
        </p:nvSpPr>
        <p:spPr>
          <a:xfrm>
            <a:off x="822960" y="5852160"/>
            <a:ext cx="292608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822960" y="5989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B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2026-07-26T12:28:27Z</dcterms:created>
  <dcterms:modified xsi:type="dcterms:W3CDTF">2026-07-26T12:28:27Z</dcterms:modified>
</cp:coreProperties>
</file>